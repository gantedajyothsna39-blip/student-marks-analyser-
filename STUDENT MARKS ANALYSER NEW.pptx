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1378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1494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5979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8958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9785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79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6696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7538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1669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028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5740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0DA1A-218B-4F3E-98EA-4CA2477CE75D}" type="datetimeFigureOut">
              <a:rPr lang="en-IN" smtClean="0"/>
              <a:pPr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C3232-5F00-4F6A-8FF4-EEBE9CB56C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45545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57C9D0-E963-2500-E70E-4A2EA9228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MARKS ANALYSER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BB7BA6E-42DD-31F7-E679-6AE84FAA9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1362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 algn="l"/>
            <a:r>
              <a:rPr lang="en-US" dirty="0"/>
              <a:t>Presented by:</a:t>
            </a:r>
          </a:p>
          <a:p>
            <a:pPr algn="l"/>
            <a:r>
              <a:rPr lang="en-US" dirty="0"/>
              <a:t>      Gangumalla Karthikeya Reddy(25211A05H1)</a:t>
            </a:r>
          </a:p>
          <a:p>
            <a:pPr algn="l"/>
            <a:r>
              <a:rPr lang="en-US" dirty="0"/>
              <a:t>      Ganji Bhanu Teja(25211A05H2)</a:t>
            </a:r>
          </a:p>
          <a:p>
            <a:pPr algn="l"/>
            <a:r>
              <a:rPr lang="en-US" dirty="0"/>
              <a:t>      Ganteda Jyothsna(25211A05H3)</a:t>
            </a:r>
          </a:p>
          <a:p>
            <a:pPr algn="l"/>
            <a:r>
              <a:rPr lang="en-US" dirty="0"/>
              <a:t>      Ganogapenta Govardhan Reddy(25211A05H4)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6485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CC68A6-6F77-B31E-A692-4EEB02B4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Statement: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xmlns="" id="{2DF09653-7E02-0AEE-79A3-7CE42FFC8B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7785" r="7785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7F14462-9182-FDAE-9831-C1F3E4A11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b="1" dirty="0"/>
              <a:t>Challenges in Manual Marks Analysis</a:t>
            </a:r>
          </a:p>
          <a:p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Teachers and students face difficulty in analyzing marks manually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Time-consuming to calculate totals, averages, and grades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Chances of human errors in calculations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Hard to track student performance over time 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3788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F6846-1985-B087-DC1D-2B65D890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xmlns="" id="{67C59E4D-ED5F-D261-7CAC-5F2CE34205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55" r="55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AFAF97C-20B7-F7CF-267A-89B184513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b="1" dirty="0"/>
              <a:t>Our Proposed System</a:t>
            </a:r>
          </a:p>
          <a:p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Developed a </a:t>
            </a:r>
            <a:r>
              <a:rPr lang="en-US" b="1" dirty="0"/>
              <a:t>Student Marks Analyzer using C language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Automates calculation of: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Average 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Grades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a </a:t>
            </a:r>
            <a:r>
              <a:rPr lang="en-US" b="1" dirty="0"/>
              <a:t>simple and efficient interface</a:t>
            </a:r>
            <a:r>
              <a:rPr lang="en-US" dirty="0"/>
              <a:t> </a:t>
            </a:r>
          </a:p>
          <a:p>
            <a:r>
              <a:rPr lang="en-US" dirty="0"/>
              <a:t>Reduces errors and saves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2867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59CADF-69C0-5DBA-526F-23573B03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xmlns="" id="{82C8B753-A6CC-F634-74D5-64835078DB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6773" r="6773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FD1BA10-6D88-B345-E90E-C54412C49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b="1" dirty="0"/>
              <a:t>Features of the System</a:t>
            </a:r>
          </a:p>
          <a:p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Input marks of multiple students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Automatic calculation of total and average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Grade assignment based on performance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Display student-wise results clearly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 to use command-line interface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6831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A635CF-0961-874A-6D78-7C5C0EF3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the system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xmlns="" id="{C38A5335-EF6F-30CE-02AA-717FF1B450B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15432" r="15432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9C265D6-E344-D8F6-2FF9-CE737B2EF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1800" b="1" dirty="0"/>
              <a:t>Why Our System is Useful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Accuracy</a:t>
            </a:r>
            <a:r>
              <a:rPr lang="en-IN" dirty="0"/>
              <a:t> – eliminates manual calculation errors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Time-saving</a:t>
            </a:r>
            <a:r>
              <a:rPr lang="en-IN" dirty="0"/>
              <a:t> – quick result generation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User-friendly</a:t>
            </a:r>
            <a:r>
              <a:rPr lang="en-IN" dirty="0"/>
              <a:t> – simple input/output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Lightweight</a:t>
            </a:r>
            <a:r>
              <a:rPr lang="en-IN" dirty="0"/>
              <a:t> – runs easily on any system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Educational tool</a:t>
            </a:r>
            <a:r>
              <a:rPr lang="en-IN" dirty="0"/>
              <a:t> – helps understand C programming concepts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8617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72BBB1-1B7D-257C-9826-AF378773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02426"/>
            <a:ext cx="3932237" cy="745104"/>
          </a:xfrm>
        </p:spPr>
        <p:txBody>
          <a:bodyPr/>
          <a:lstStyle/>
          <a:p>
            <a:r>
              <a:rPr lang="en-US" dirty="0"/>
              <a:t>Project Uses:</a:t>
            </a:r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1194B63E-35FA-8426-EBBD-1FDBBF3485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0417" r="20417"/>
          <a:stretch/>
        </p:blipFill>
        <p:spPr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3B311A92-E746-9B15-C13C-F2D60BF8000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947531"/>
            <a:ext cx="4343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Schools and colleges for result processing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to analyze their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 to track class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to large-scale result systems </a:t>
            </a:r>
          </a:p>
        </p:txBody>
      </p:sp>
    </p:spTree>
    <p:extLst>
      <p:ext uri="{BB962C8B-B14F-4D97-AF65-F5344CB8AC3E}">
        <p14:creationId xmlns:p14="http://schemas.microsoft.com/office/powerpoint/2010/main" xmlns="" val="325596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EAF22E-AD5F-D4C3-4626-7A94BFA1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the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F94341-A055-86B5-B3CF-37681731C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How the System Works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 selects </a:t>
            </a:r>
            <a:r>
              <a:rPr lang="en-US" b="1" dirty="0"/>
              <a:t>“Analyze Student”</a:t>
            </a:r>
            <a:r>
              <a:rPr lang="en-US" dirty="0"/>
              <a:t> option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Enters </a:t>
            </a:r>
            <a:r>
              <a:rPr lang="en-US" b="1" dirty="0"/>
              <a:t>student name and Mid-1 marks</a:t>
            </a:r>
            <a:r>
              <a:rPr lang="en-US" dirty="0"/>
              <a:t> for all subjects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System uses </a:t>
            </a:r>
            <a:r>
              <a:rPr lang="en-US" b="1" dirty="0"/>
              <a:t>AI-based logic</a:t>
            </a:r>
            <a:r>
              <a:rPr lang="en-US" dirty="0"/>
              <a:t> to: </a:t>
            </a:r>
          </a:p>
          <a:p>
            <a:pPr lvl="1"/>
            <a:r>
              <a:rPr lang="en-US" dirty="0"/>
              <a:t>Predict Mid-2 marks </a:t>
            </a:r>
          </a:p>
          <a:p>
            <a:pPr lvl="1"/>
            <a:r>
              <a:rPr lang="en-US" dirty="0"/>
              <a:t>Calculate required semester marks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Computes: </a:t>
            </a:r>
          </a:p>
          <a:p>
            <a:pPr lvl="1"/>
            <a:r>
              <a:rPr lang="en-US" dirty="0"/>
              <a:t>Total marks for each subject </a:t>
            </a:r>
          </a:p>
          <a:p>
            <a:pPr lvl="1"/>
            <a:r>
              <a:rPr lang="en-US" dirty="0"/>
              <a:t>Overall average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Displays </a:t>
            </a:r>
            <a:r>
              <a:rPr lang="en-US" b="1" dirty="0"/>
              <a:t>complete analysis and performance report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8916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A5D347-E518-D03A-5A10-15C18BA4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 and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88CF8A-BA7C-178A-A97B-3409E9990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Program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Structures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struct Student → stores marks, totals, average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Arrays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Subject names stored in subjects[]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Functions Used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analyze_student</a:t>
            </a:r>
            <a:r>
              <a:rPr lang="en-IN" dirty="0"/>
              <a:t>() → main logic </a:t>
            </a:r>
          </a:p>
          <a:p>
            <a:pPr lvl="1"/>
            <a:r>
              <a:rPr lang="en-IN" dirty="0"/>
              <a:t>predict_mid2() → AI prediction </a:t>
            </a:r>
          </a:p>
          <a:p>
            <a:pPr lvl="1"/>
            <a:r>
              <a:rPr lang="en-IN" dirty="0" err="1"/>
              <a:t>required_sem</a:t>
            </a:r>
            <a:r>
              <a:rPr lang="en-IN" dirty="0"/>
              <a:t>() → calculates required marks </a:t>
            </a:r>
          </a:p>
          <a:p>
            <a:pPr lvl="1"/>
            <a:r>
              <a:rPr lang="en-IN" dirty="0"/>
              <a:t>print_*() → display functions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File Handling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Saves student data in "ai_students_db.txt"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Menu-driven program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User and Admin options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2152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287A0B-AB5D-7E24-0AD3-B7C90C96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code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F6D611-A7A5-DDC6-7DA6-607314E7B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Internal Logic Explanation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Program starts with a </a:t>
            </a:r>
            <a:r>
              <a:rPr lang="en-US" b="1" dirty="0"/>
              <a:t>menu-driven interface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Takes input of </a:t>
            </a:r>
            <a:r>
              <a:rPr lang="en-US" b="1" dirty="0"/>
              <a:t>Mid-1 marks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Uses: </a:t>
            </a:r>
          </a:p>
          <a:p>
            <a:pPr lvl="1"/>
            <a:r>
              <a:rPr lang="en-US" dirty="0"/>
              <a:t>predict_mid2() → adds </a:t>
            </a:r>
            <a:r>
              <a:rPr lang="en-US" b="1" dirty="0"/>
              <a:t>trend + random factor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Finds </a:t>
            </a:r>
            <a:r>
              <a:rPr lang="en-US" b="1" dirty="0"/>
              <a:t>best mid marks</a:t>
            </a:r>
            <a:r>
              <a:rPr lang="en-US" dirty="0"/>
              <a:t> using max()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Calculates: </a:t>
            </a:r>
          </a:p>
          <a:p>
            <a:pPr lvl="1"/>
            <a:r>
              <a:rPr lang="en-US" dirty="0"/>
              <a:t>Internal marks = 30% of best mid </a:t>
            </a:r>
          </a:p>
          <a:p>
            <a:pPr lvl="1"/>
            <a:r>
              <a:rPr lang="en-US" dirty="0"/>
              <a:t>Required semester marks for target (85)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Computes </a:t>
            </a:r>
            <a:r>
              <a:rPr lang="en-US" b="1" dirty="0"/>
              <a:t>total marks and average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Displays: </a:t>
            </a:r>
          </a:p>
          <a:p>
            <a:pPr lvl="1"/>
            <a:r>
              <a:rPr lang="en-US" dirty="0"/>
              <a:t>Subject-wise analysis </a:t>
            </a:r>
          </a:p>
          <a:p>
            <a:pPr lvl="1"/>
            <a:r>
              <a:rPr lang="en-US" dirty="0"/>
              <a:t>Overall performance </a:t>
            </a:r>
          </a:p>
          <a:p>
            <a:pPr lvl="1"/>
            <a:r>
              <a:rPr lang="en-US" dirty="0"/>
              <a:t>Study plan &amp;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9394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C84AD5-7F97-0B9F-7265-03D80D5D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9322E6-77FB-CF3D-8456-3819856D6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Output of the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Displays for each subject: </a:t>
            </a:r>
          </a:p>
          <a:p>
            <a:pPr lvl="1"/>
            <a:r>
              <a:rPr lang="en-US" dirty="0"/>
              <a:t>Mid-1 marks </a:t>
            </a:r>
          </a:p>
          <a:p>
            <a:pPr lvl="1"/>
            <a:r>
              <a:rPr lang="en-US" dirty="0"/>
              <a:t>Predicted Mid-2 </a:t>
            </a:r>
          </a:p>
          <a:p>
            <a:pPr lvl="1"/>
            <a:r>
              <a:rPr lang="en-US" dirty="0"/>
              <a:t>Required semester marks </a:t>
            </a:r>
          </a:p>
          <a:p>
            <a:pPr lvl="1"/>
            <a:r>
              <a:rPr lang="en-US" dirty="0"/>
              <a:t>Expected total </a:t>
            </a:r>
          </a:p>
          <a:p>
            <a:pPr lvl="1"/>
            <a:r>
              <a:rPr lang="en-US" dirty="0"/>
              <a:t>Status (Strong / Average / Weak)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Shows: </a:t>
            </a:r>
          </a:p>
          <a:p>
            <a:pPr lvl="1"/>
            <a:r>
              <a:rPr lang="en-US" dirty="0"/>
              <a:t>Overall average </a:t>
            </a:r>
          </a:p>
          <a:p>
            <a:pPr lvl="1"/>
            <a:r>
              <a:rPr lang="en-US" dirty="0"/>
              <a:t>Estimated CGPA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Provides: </a:t>
            </a:r>
          </a:p>
          <a:p>
            <a:pPr lvl="1"/>
            <a:r>
              <a:rPr lang="en-US" dirty="0"/>
              <a:t>Smart recommendations </a:t>
            </a:r>
          </a:p>
          <a:p>
            <a:pPr lvl="1"/>
            <a:r>
              <a:rPr lang="en-US" dirty="0"/>
              <a:t>Study plan </a:t>
            </a:r>
          </a:p>
          <a:p>
            <a:pPr lvl="1"/>
            <a:r>
              <a:rPr lang="en-US" dirty="0"/>
              <a:t>Career opportunities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Stores data in file for future analysis</a:t>
            </a:r>
          </a:p>
          <a:p>
            <a:endParaRPr lang="en-IN" dirty="0"/>
          </a:p>
        </p:txBody>
      </p:sp>
      <p:pic>
        <p:nvPicPr>
          <p:cNvPr id="4" name="Picture 3" descr="Screenshot 2026-04-26 22503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81331" y="194825"/>
            <a:ext cx="3333994" cy="6552796"/>
          </a:xfrm>
          <a:prstGeom prst="rect">
            <a:avLst/>
          </a:prstGeom>
        </p:spPr>
      </p:pic>
      <p:pic>
        <p:nvPicPr>
          <p:cNvPr id="5" name="Picture 4" descr="Screenshot 2026-04-26 2252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6762" y="185738"/>
            <a:ext cx="3614737" cy="65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588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4-26 2253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4078" y="337706"/>
            <a:ext cx="4443671" cy="6182588"/>
          </a:xfrm>
          <a:prstGeom prst="rect">
            <a:avLst/>
          </a:prstGeom>
        </p:spPr>
      </p:pic>
      <p:pic>
        <p:nvPicPr>
          <p:cNvPr id="3" name="Picture 2" descr="Screenshot 2026-04-26 22534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57787" y="1200149"/>
            <a:ext cx="6436061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35CD8-5C53-5DDC-135F-AB203EB6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30125C-E108-DC8B-B016-DB45AC65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Student Marks Analyzer simplifies result processing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Reduces errors and improves efficiency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Useful for both students and teachers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Good project for learning programming concepts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24990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48CC65-1CD2-86C8-56A2-8F2CF585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96463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B432268-6E25-1F3E-6230-763F84CD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500285"/>
            <a:ext cx="10515600" cy="2589366"/>
          </a:xfrm>
        </p:spPr>
        <p:txBody>
          <a:bodyPr>
            <a:norm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      Gangumalla Karthikeya Reddy(25211A05H1)</a:t>
            </a:r>
          </a:p>
          <a:p>
            <a:r>
              <a:rPr lang="en-US" dirty="0"/>
              <a:t>      Ganji Bhanu Teja(25211A05H2)</a:t>
            </a:r>
          </a:p>
          <a:p>
            <a:r>
              <a:rPr lang="en-US" dirty="0"/>
              <a:t>      Ganteda Jyothsna(25211A05H3)</a:t>
            </a:r>
          </a:p>
          <a:p>
            <a:r>
              <a:rPr lang="en-US" dirty="0"/>
              <a:t>      Ganogapenta Govardhan Reddy(25211A05H4)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10632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471</Words>
  <Application>Microsoft Office PowerPoint</Application>
  <PresentationFormat>Custom</PresentationFormat>
  <Paragraphs>114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STUDENT MARKS ANALYSER</vt:lpstr>
      <vt:lpstr>Problem Statement:</vt:lpstr>
      <vt:lpstr>Solution Overview</vt:lpstr>
      <vt:lpstr>Key features</vt:lpstr>
      <vt:lpstr>Advantages of the system</vt:lpstr>
      <vt:lpstr>Project Uses:</vt:lpstr>
      <vt:lpstr>Working of the System</vt:lpstr>
      <vt:lpstr>Code Structure and Flow</vt:lpstr>
      <vt:lpstr>How does the code Work</vt:lpstr>
      <vt:lpstr>Output</vt:lpstr>
      <vt:lpstr>Slide 11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MARKS ANALYSER</dc:title>
  <dc:creator>hp</dc:creator>
  <cp:lastModifiedBy>LENOVO V330</cp:lastModifiedBy>
  <cp:revision>2</cp:revision>
  <dcterms:created xsi:type="dcterms:W3CDTF">2026-04-26T15:13:24Z</dcterms:created>
  <dcterms:modified xsi:type="dcterms:W3CDTF">2026-04-26T17:42:42Z</dcterms:modified>
</cp:coreProperties>
</file>